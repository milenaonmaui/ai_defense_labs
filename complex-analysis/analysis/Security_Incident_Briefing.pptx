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57055" y="-548640"/>
            <a:ext cx="3291840" cy="329184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Shape 1"/>
          <p:cNvSpPr/>
          <p:nvPr/>
        </p:nvSpPr>
        <p:spPr>
          <a:xfrm>
            <a:off x="10591495" y="777240"/>
            <a:ext cx="1920240" cy="1920240"/>
          </a:xfrm>
          <a:prstGeom prst="ellipse">
            <a:avLst/>
          </a:prstGeom>
          <a:solidFill>
            <a:srgbClr val="27306B"/>
          </a:solidFill>
          <a:ln/>
        </p:spPr>
      </p:sp>
      <p:sp>
        <p:nvSpPr>
          <p:cNvPr id="4" name="Shape 2"/>
          <p:cNvSpPr/>
          <p:nvPr/>
        </p:nvSpPr>
        <p:spPr>
          <a:xfrm>
            <a:off x="10134295" y="548640"/>
            <a:ext cx="1371600" cy="13716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 rot="10800000">
            <a:off x="10545775" y="932688"/>
            <a:ext cx="548640" cy="576072"/>
          </a:xfrm>
          <a:prstGeom prst="pentagon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0518343" y="1042416"/>
            <a:ext cx="6035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51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OPERATIONS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69748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Incident Briefing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48640" y="36118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Account Session-Hijacking Incident — Executive Summary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4617720"/>
            <a:ext cx="2926080" cy="18288"/>
          </a:xfrm>
          <a:prstGeom prst="rect">
            <a:avLst/>
          </a:prstGeom>
          <a:ln/>
        </p:spPr>
      </p:sp>
      <p:sp>
        <p:nvSpPr>
          <p:cNvPr id="11" name="Text 9"/>
          <p:cNvSpPr/>
          <p:nvPr/>
        </p:nvSpPr>
        <p:spPr>
          <a:xfrm>
            <a:off x="548640" y="50292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 </a:t>
            </a:r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5, 2025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 </a:t>
            </a:r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Operations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78992" y="1664208"/>
            <a:ext cx="596188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attacker gained access to one employee's Microsoft cloud account by copying an active browser sign-in session — no password was stolen or guessed.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743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78992" y="2715768"/>
            <a:ext cx="596188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let the attacker sign in as that employee without triggering a password or verification prompt.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79476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794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78992" y="3767328"/>
            <a:ext cx="596188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inside, the attacker searched through our internal directory of employee and team accounts.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84632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846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78992" y="4818888"/>
            <a:ext cx="596188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evidence the attacker opened emails, files, or other sensitive company data.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498080" y="1417320"/>
            <a:ext cx="3794760" cy="4892040"/>
          </a:xfrm>
          <a:prstGeom prst="roundRect">
            <a:avLst>
              <a:gd name="adj" fmla="val 1446"/>
            </a:avLst>
          </a:prstGeom>
          <a:solidFill>
            <a:srgbClr val="E9F0FC"/>
          </a:solidFill>
          <a:ln/>
        </p:spPr>
      </p:sp>
      <p:sp>
        <p:nvSpPr>
          <p:cNvPr id="17" name="Text 15"/>
          <p:cNvSpPr/>
          <p:nvPr/>
        </p:nvSpPr>
        <p:spPr>
          <a:xfrm>
            <a:off x="7680960" y="16002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UNFOLDED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818120" y="2148840"/>
            <a:ext cx="768096" cy="7680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Shape 17"/>
          <p:cNvSpPr/>
          <p:nvPr/>
        </p:nvSpPr>
        <p:spPr>
          <a:xfrm>
            <a:off x="8056230" y="2409993"/>
            <a:ext cx="291876" cy="199705"/>
          </a:xfrm>
          <a:prstGeom prst="roundRect">
            <a:avLst>
              <a:gd name="adj" fmla="val 9158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8017825" y="2617379"/>
            <a:ext cx="368686" cy="4224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0" y="2148840"/>
            <a:ext cx="26517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compromised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037576" y="2971800"/>
            <a:ext cx="329184" cy="256032"/>
          </a:xfrm>
          <a:prstGeom prst="downArrow">
            <a:avLst/>
          </a:prstGeom>
          <a:solidFill>
            <a:srgbClr val="CADCFC"/>
          </a:solidFill>
          <a:ln/>
        </p:spPr>
      </p:sp>
      <p:sp>
        <p:nvSpPr>
          <p:cNvPr id="23" name="Shape 21"/>
          <p:cNvSpPr/>
          <p:nvPr/>
        </p:nvSpPr>
        <p:spPr>
          <a:xfrm>
            <a:off x="7818120" y="3227832"/>
            <a:ext cx="768096" cy="7680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Shape 22"/>
          <p:cNvSpPr/>
          <p:nvPr/>
        </p:nvSpPr>
        <p:spPr>
          <a:xfrm>
            <a:off x="8040868" y="3450580"/>
            <a:ext cx="322600" cy="3226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8111917" y="3529310"/>
            <a:ext cx="42245" cy="42245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Shape 24"/>
          <p:cNvSpPr/>
          <p:nvPr/>
        </p:nvSpPr>
        <p:spPr>
          <a:xfrm>
            <a:off x="8257855" y="3575395"/>
            <a:ext cx="42245" cy="42245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Shape 25"/>
          <p:cNvSpPr/>
          <p:nvPr/>
        </p:nvSpPr>
        <p:spPr>
          <a:xfrm>
            <a:off x="8165683" y="3667567"/>
            <a:ext cx="42245" cy="42245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8" name="Shape 26"/>
          <p:cNvSpPr/>
          <p:nvPr/>
        </p:nvSpPr>
        <p:spPr>
          <a:xfrm>
            <a:off x="8250174" y="3659886"/>
            <a:ext cx="42245" cy="42245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8686800" y="3227832"/>
            <a:ext cx="26517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Sign-in session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copied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037576" y="4050792"/>
            <a:ext cx="329184" cy="256032"/>
          </a:xfrm>
          <a:prstGeom prst="downArrow">
            <a:avLst/>
          </a:prstGeom>
          <a:solidFill>
            <a:srgbClr val="CADCFC"/>
          </a:solidFill>
          <a:ln/>
        </p:spPr>
      </p:sp>
      <p:sp>
        <p:nvSpPr>
          <p:cNvPr id="31" name="Shape 29"/>
          <p:cNvSpPr/>
          <p:nvPr/>
        </p:nvSpPr>
        <p:spPr>
          <a:xfrm>
            <a:off x="7818120" y="4306824"/>
            <a:ext cx="768096" cy="7680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2" name="Shape 30"/>
          <p:cNvSpPr/>
          <p:nvPr/>
        </p:nvSpPr>
        <p:spPr>
          <a:xfrm>
            <a:off x="8017825" y="4575658"/>
            <a:ext cx="368686" cy="230429"/>
          </a:xfrm>
          <a:prstGeom prst="cloud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8686800" y="4306824"/>
            <a:ext cx="26517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in as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employee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037576" y="5129784"/>
            <a:ext cx="329184" cy="256032"/>
          </a:xfrm>
          <a:prstGeom prst="downArrow">
            <a:avLst/>
          </a:prstGeom>
          <a:solidFill>
            <a:srgbClr val="CADCFC"/>
          </a:solidFill>
          <a:ln/>
        </p:spPr>
      </p:sp>
      <p:sp>
        <p:nvSpPr>
          <p:cNvPr id="35" name="Shape 33"/>
          <p:cNvSpPr/>
          <p:nvPr/>
        </p:nvSpPr>
        <p:spPr>
          <a:xfrm>
            <a:off x="7818120" y="5385816"/>
            <a:ext cx="768096" cy="7680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6" name="Shape 34"/>
          <p:cNvSpPr/>
          <p:nvPr/>
        </p:nvSpPr>
        <p:spPr>
          <a:xfrm>
            <a:off x="8048549" y="5600883"/>
            <a:ext cx="215067" cy="215067"/>
          </a:xfrm>
          <a:prstGeom prst="ellipse">
            <a:avLst/>
          </a:prstGeom>
          <a:ln w="34925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rot="2700000">
            <a:off x="8240573" y="5846674"/>
            <a:ext cx="153619" cy="4608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8686800" y="5385816"/>
            <a:ext cx="26517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searched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SECURITY OPERATIONS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of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DETAILS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14400" y="3502152"/>
            <a:ext cx="10362895" cy="457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 rot="5400000">
            <a:off x="11231575" y="3392424"/>
            <a:ext cx="256032" cy="256032"/>
          </a:xfrm>
          <a:prstGeom prst="triangle">
            <a:avLst/>
          </a:prstGeom>
          <a:solidFill>
            <a:srgbClr val="CADCFC"/>
          </a:solidFill>
          <a:ln/>
        </p:spPr>
      </p:sp>
      <p:sp>
        <p:nvSpPr>
          <p:cNvPr id="6" name="Shape 4"/>
          <p:cNvSpPr/>
          <p:nvPr/>
        </p:nvSpPr>
        <p:spPr>
          <a:xfrm>
            <a:off x="1078992" y="3410712"/>
            <a:ext cx="219456" cy="21945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" y="3474720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1177747" y="2862072"/>
            <a:ext cx="21946" cy="5486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285809" y="1554480"/>
            <a:ext cx="180582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2:32 PM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85809" y="1874520"/>
            <a:ext cx="1805823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 activity begins on an employee laptop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041843" y="3410712"/>
            <a:ext cx="219456" cy="21945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Shape 10"/>
          <p:cNvSpPr/>
          <p:nvPr/>
        </p:nvSpPr>
        <p:spPr>
          <a:xfrm>
            <a:off x="3105851" y="3474720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3140598" y="3630168"/>
            <a:ext cx="21946" cy="5486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4" name="Text 12"/>
          <p:cNvSpPr/>
          <p:nvPr/>
        </p:nvSpPr>
        <p:spPr>
          <a:xfrm>
            <a:off x="2248660" y="4069080"/>
            <a:ext cx="180582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2:35 PM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248660" y="4370832"/>
            <a:ext cx="1805823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copies the employee's active sign-in session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04694" y="3410712"/>
            <a:ext cx="219456" cy="21945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Shape 15"/>
          <p:cNvSpPr/>
          <p:nvPr/>
        </p:nvSpPr>
        <p:spPr>
          <a:xfrm>
            <a:off x="5068702" y="3474720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5103449" y="2862072"/>
            <a:ext cx="21946" cy="5486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9" name="Text 17"/>
          <p:cNvSpPr/>
          <p:nvPr/>
        </p:nvSpPr>
        <p:spPr>
          <a:xfrm>
            <a:off x="4211511" y="1554480"/>
            <a:ext cx="180582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2:45 PM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211511" y="1874520"/>
            <a:ext cx="1805823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signs into the cloud account using the stolen session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967545" y="3410712"/>
            <a:ext cx="219456" cy="21945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Shape 20"/>
          <p:cNvSpPr/>
          <p:nvPr/>
        </p:nvSpPr>
        <p:spPr>
          <a:xfrm>
            <a:off x="7031553" y="3474720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7066300" y="3630168"/>
            <a:ext cx="21946" cy="5486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4" name="Text 22"/>
          <p:cNvSpPr/>
          <p:nvPr/>
        </p:nvSpPr>
        <p:spPr>
          <a:xfrm>
            <a:off x="6174362" y="4069080"/>
            <a:ext cx="180582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2:52 PM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174362" y="4370832"/>
            <a:ext cx="1805823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searches internal directory listings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930396" y="3410712"/>
            <a:ext cx="219456" cy="21945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Shape 25"/>
          <p:cNvSpPr/>
          <p:nvPr/>
        </p:nvSpPr>
        <p:spPr>
          <a:xfrm>
            <a:off x="8994404" y="3474720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9029151" y="2862072"/>
            <a:ext cx="21946" cy="5486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9" name="Text 27"/>
          <p:cNvSpPr/>
          <p:nvPr/>
        </p:nvSpPr>
        <p:spPr>
          <a:xfrm>
            <a:off x="8137213" y="1554480"/>
            <a:ext cx="180582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that day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137213" y="1874520"/>
            <a:ext cx="1805823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team detects the activity and begins response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0893247" y="3410712"/>
            <a:ext cx="219456" cy="21945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2" name="Shape 30"/>
          <p:cNvSpPr/>
          <p:nvPr/>
        </p:nvSpPr>
        <p:spPr>
          <a:xfrm>
            <a:off x="10957255" y="3474720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10992002" y="3630168"/>
            <a:ext cx="21946" cy="5486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4" name="Text 32"/>
          <p:cNvSpPr/>
          <p:nvPr/>
        </p:nvSpPr>
        <p:spPr>
          <a:xfrm>
            <a:off x="10100064" y="4069080"/>
            <a:ext cx="180582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hours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0100064" y="4370832"/>
            <a:ext cx="1805823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cut off, password reset, and device secured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SECURITY OPERATIONS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of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ASSESSMENT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Impact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29000" cy="4297680"/>
          </a:xfrm>
          <a:prstGeom prst="roundRect">
            <a:avLst>
              <a:gd name="adj" fmla="val 1600"/>
            </a:avLst>
          </a:prstGeom>
          <a:solidFill>
            <a:srgbClr val="E9F0FC"/>
          </a:solidFill>
          <a:ln/>
        </p:spPr>
      </p:sp>
      <p:sp>
        <p:nvSpPr>
          <p:cNvPr id="5" name="Shape 3"/>
          <p:cNvSpPr/>
          <p:nvPr/>
        </p:nvSpPr>
        <p:spPr>
          <a:xfrm>
            <a:off x="1874520" y="203454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2076602" y="2306574"/>
            <a:ext cx="373075" cy="233172"/>
          </a:xfrm>
          <a:prstGeom prst="cloud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92608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At Risk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611880"/>
            <a:ext cx="288036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Broader access to company systems and information, had the activity gone undetected longer.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43400" y="1737360"/>
            <a:ext cx="3429000" cy="4297680"/>
          </a:xfrm>
          <a:prstGeom prst="roundRect">
            <a:avLst>
              <a:gd name="adj" fmla="val 1600"/>
            </a:avLst>
          </a:prstGeom>
          <a:solidFill>
            <a:srgbClr val="FBF0DF"/>
          </a:solidFill>
          <a:ln/>
        </p:spPr>
      </p:sp>
      <p:sp>
        <p:nvSpPr>
          <p:cNvPr id="10" name="Shape 8"/>
          <p:cNvSpPr/>
          <p:nvPr/>
        </p:nvSpPr>
        <p:spPr>
          <a:xfrm>
            <a:off x="5669280" y="203454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5902452" y="2252167"/>
            <a:ext cx="217627" cy="217627"/>
          </a:xfrm>
          <a:prstGeom prst="ellipse">
            <a:avLst/>
          </a:prstGeom>
          <a:ln w="34925">
            <a:solidFill>
              <a:srgbClr val="B872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2700000">
            <a:off x="6096762" y="2500884"/>
            <a:ext cx="155448" cy="46634"/>
          </a:xfrm>
          <a:prstGeom prst="rect">
            <a:avLst/>
          </a:prstGeom>
          <a:solidFill>
            <a:srgbClr val="B8720B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292608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Actually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Compromised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17720" y="3611880"/>
            <a:ext cx="288036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employee's account session (temporarily), and internal directory listings — names and team structure.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38160" y="1737360"/>
            <a:ext cx="3429000" cy="4297680"/>
          </a:xfrm>
          <a:prstGeom prst="roundRect">
            <a:avLst>
              <a:gd name="adj" fmla="val 1600"/>
            </a:avLst>
          </a:prstGeom>
          <a:solidFill>
            <a:srgbClr val="E4F3EC"/>
          </a:solidFill>
          <a:ln/>
        </p:spPr>
      </p:sp>
      <p:sp>
        <p:nvSpPr>
          <p:cNvPr id="16" name="Shape 14"/>
          <p:cNvSpPr/>
          <p:nvPr/>
        </p:nvSpPr>
        <p:spPr>
          <a:xfrm>
            <a:off x="9464040" y="203454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 rot="10800000">
            <a:off x="9697212" y="2252167"/>
            <a:ext cx="310896" cy="326441"/>
          </a:xfrm>
          <a:prstGeom prst="pentagon">
            <a:avLst/>
          </a:prstGeom>
          <a:solidFill>
            <a:srgbClr val="1F7A4D"/>
          </a:solidFill>
          <a:ln/>
        </p:spPr>
      </p:sp>
      <p:sp>
        <p:nvSpPr>
          <p:cNvPr id="18" name="Text 16"/>
          <p:cNvSpPr/>
          <p:nvPr/>
        </p:nvSpPr>
        <p:spPr>
          <a:xfrm>
            <a:off x="9681667" y="2314346"/>
            <a:ext cx="341986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9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890" dirty="0"/>
          </a:p>
        </p:txBody>
      </p:sp>
      <p:sp>
        <p:nvSpPr>
          <p:cNvPr id="19" name="Text 17"/>
          <p:cNvSpPr/>
          <p:nvPr/>
        </p:nvSpPr>
        <p:spPr>
          <a:xfrm>
            <a:off x="8366760" y="292608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Status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12480" y="3611880"/>
            <a:ext cx="288036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CONTAINED. Access revoked, password reset complete, no evidence of data theft.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SECURITY OPERATIONS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of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Response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4415" cy="1325880"/>
          </a:xfrm>
          <a:prstGeom prst="roundRect">
            <a:avLst>
              <a:gd name="adj" fmla="val 4138"/>
            </a:avLst>
          </a:prstGeom>
          <a:solidFill>
            <a:srgbClr val="E9F0FC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029968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 rot="10800000">
            <a:off x="1161288" y="2260397"/>
            <a:ext cx="329184" cy="345643"/>
          </a:xfrm>
          <a:prstGeom prst="pentagon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144829" y="2326234"/>
            <a:ext cx="362102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6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060" dirty="0"/>
          </a:p>
        </p:txBody>
      </p:sp>
      <p:sp>
        <p:nvSpPr>
          <p:cNvPr id="8" name="Text 6"/>
          <p:cNvSpPr/>
          <p:nvPr/>
        </p:nvSpPr>
        <p:spPr>
          <a:xfrm>
            <a:off x="2011680" y="192938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Actions Taken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011680" y="2286000"/>
            <a:ext cx="935705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off the attacker's access, reset the employee's password, isolated the affected laptop, and blocked the attacker's network address.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319272"/>
            <a:ext cx="11094415" cy="1325880"/>
          </a:xfrm>
          <a:prstGeom prst="roundRect">
            <a:avLst>
              <a:gd name="adj" fmla="val 4138"/>
            </a:avLst>
          </a:prstGeom>
          <a:solidFill>
            <a:srgbClr val="E9F0FC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356616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Shape 10"/>
          <p:cNvSpPr/>
          <p:nvPr/>
        </p:nvSpPr>
        <p:spPr>
          <a:xfrm>
            <a:off x="1161288" y="3796589"/>
            <a:ext cx="230429" cy="230429"/>
          </a:xfrm>
          <a:prstGeom prst="ellipse">
            <a:avLst/>
          </a:prstGeom>
          <a:ln w="34925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2700000">
            <a:off x="1367028" y="4059936"/>
            <a:ext cx="164592" cy="4937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2011680" y="346557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Approach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011680" y="3822192"/>
            <a:ext cx="935705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device and cloud activity logs step-by-step to reconstruct exactly what happened and confirm the full scope.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855464"/>
            <a:ext cx="11094415" cy="1325880"/>
          </a:xfrm>
          <a:prstGeom prst="roundRect">
            <a:avLst>
              <a:gd name="adj" fmla="val 4138"/>
            </a:avLst>
          </a:prstGeom>
          <a:solidFill>
            <a:srgbClr val="E9F0FC"/>
          </a:solidFill>
          <a:ln/>
        </p:spPr>
      </p:sp>
      <p:sp>
        <p:nvSpPr>
          <p:cNvPr id="17" name="Shape 15"/>
          <p:cNvSpPr/>
          <p:nvPr/>
        </p:nvSpPr>
        <p:spPr>
          <a:xfrm>
            <a:off x="914400" y="5102352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Shape 16"/>
          <p:cNvSpPr/>
          <p:nvPr/>
        </p:nvSpPr>
        <p:spPr>
          <a:xfrm>
            <a:off x="1144829" y="5390388"/>
            <a:ext cx="181051" cy="181051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1334110" y="5390388"/>
            <a:ext cx="181051" cy="181051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1227125" y="5522062"/>
            <a:ext cx="197510" cy="19751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2011680" y="500176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011680" y="5358384"/>
            <a:ext cx="935705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Operations, IT Support, and Identity &amp; Access Management worked together; executive leadership was briefed throughout.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SECURITY OPERATIONS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of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29000" cy="3566160"/>
          </a:xfrm>
          <a:prstGeom prst="roundRect">
            <a:avLst>
              <a:gd name="adj" fmla="val 1600"/>
            </a:avLst>
          </a:prstGeom>
          <a:solidFill>
            <a:srgbClr val="E9F0FC"/>
          </a:solidFill>
          <a:ln/>
        </p:spPr>
      </p:sp>
      <p:sp>
        <p:nvSpPr>
          <p:cNvPr id="5" name="Shape 3"/>
          <p:cNvSpPr/>
          <p:nvPr/>
        </p:nvSpPr>
        <p:spPr>
          <a:xfrm>
            <a:off x="768096" y="191109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9110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777240" y="2651760"/>
            <a:ext cx="297180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651760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 · DAYS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306324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detect this attack technique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77240" y="3749040"/>
            <a:ext cx="29718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monitoring that flags this specific method of stealing a sign-in session.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343400" y="1691640"/>
            <a:ext cx="3429000" cy="3566160"/>
          </a:xfrm>
          <a:prstGeom prst="roundRect">
            <a:avLst>
              <a:gd name="adj" fmla="val 1600"/>
            </a:avLst>
          </a:prstGeom>
          <a:solidFill>
            <a:srgbClr val="E9F0FC"/>
          </a:solidFill>
          <a:ln/>
        </p:spPr>
      </p:sp>
      <p:sp>
        <p:nvSpPr>
          <p:cNvPr id="12" name="Shape 10"/>
          <p:cNvSpPr/>
          <p:nvPr/>
        </p:nvSpPr>
        <p:spPr>
          <a:xfrm>
            <a:off x="4562856" y="191109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4562856" y="19110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4572000" y="2651760"/>
            <a:ext cx="297180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2651760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B872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MEDIUM-TERM · WEEKS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0" y="306324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extra sign-in checks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572000" y="3749040"/>
            <a:ext cx="29718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additional verification for sign-ins from unusual locations or devices.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138160" y="1691640"/>
            <a:ext cx="3429000" cy="3566160"/>
          </a:xfrm>
          <a:prstGeom prst="roundRect">
            <a:avLst>
              <a:gd name="adj" fmla="val 1600"/>
            </a:avLst>
          </a:prstGeom>
          <a:solidFill>
            <a:srgbClr val="E9F0FC"/>
          </a:solidFill>
          <a:ln/>
        </p:spPr>
      </p:sp>
      <p:sp>
        <p:nvSpPr>
          <p:cNvPr id="19" name="Shape 17"/>
          <p:cNvSpPr/>
          <p:nvPr/>
        </p:nvSpPr>
        <p:spPr>
          <a:xfrm>
            <a:off x="8357616" y="191109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8357616" y="19110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8366760" y="2651760"/>
            <a:ext cx="297180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8366760" y="2651760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LONGER-TERM · 1–2 MONTHS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366760" y="306324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Tighten browser security settings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8366760" y="3749040"/>
            <a:ext cx="29718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company-wide policy changes to close this class of weakness.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48640" y="5486400"/>
            <a:ext cx="11094415" cy="685800"/>
          </a:xfrm>
          <a:prstGeom prst="roundRect">
            <a:avLst>
              <a:gd name="adj" fmla="val 8000"/>
            </a:avLst>
          </a:prstGeom>
          <a:solidFill>
            <a:srgbClr val="F4F4F6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5486400"/>
            <a:ext cx="1054577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requirements:  </a:t>
            </a:r>
            <a:pPr indent="0" marL="0">
              <a:buNone/>
            </a:pPr>
            <a:r>
              <a:rPr lang="en-US" sz="130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Primarily existing security team time; a modest budget may be needed for enhanced monitoring tools.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SECURITY OPERATIONS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of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FORWARD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338560" cy="914400"/>
        </p:xfrm>
        <a:graphic>
          <a:graphicData uri="http://schemas.openxmlformats.org/drawingml/2006/table">
            <a:tbl>
              <a:tblPr/>
              <a:tblGrid>
                <a:gridCol w="6035040"/>
                <a:gridCol w="3108960"/>
                <a:gridCol w="219456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Finish reviewing the affected laptop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Operations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week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 on automatic detection for this attack type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Engineering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weeks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 out extra sign-in checks company-wide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 &amp; Access Team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days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977640"/>
            <a:ext cx="11094415" cy="1371600"/>
          </a:xfrm>
          <a:prstGeom prst="roundRect">
            <a:avLst>
              <a:gd name="adj" fmla="val 4000"/>
            </a:avLst>
          </a:prstGeom>
          <a:solidFill>
            <a:srgbClr val="E9F0FC"/>
          </a:solidFill>
          <a:ln/>
        </p:spPr>
      </p:sp>
      <p:sp>
        <p:nvSpPr>
          <p:cNvPr id="6" name="Shape 3"/>
          <p:cNvSpPr/>
          <p:nvPr/>
        </p:nvSpPr>
        <p:spPr>
          <a:xfrm>
            <a:off x="914400" y="425196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Shape 4"/>
          <p:cNvSpPr/>
          <p:nvPr/>
        </p:nvSpPr>
        <p:spPr>
          <a:xfrm>
            <a:off x="1161288" y="4523537"/>
            <a:ext cx="329184" cy="296266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>
            <a:off x="1161288" y="4523537"/>
            <a:ext cx="329184" cy="7406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Shape 6"/>
          <p:cNvSpPr/>
          <p:nvPr/>
        </p:nvSpPr>
        <p:spPr>
          <a:xfrm>
            <a:off x="1235354" y="4482389"/>
            <a:ext cx="28804" cy="822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1387602" y="4482389"/>
            <a:ext cx="28804" cy="822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2011680" y="4160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Briefing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2011680" y="4526280"/>
            <a:ext cx="935705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Operations will reconvene with leadership in 2 weeks to review progress on the items above.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SECURITY OPERATIONS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of 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4480560"/>
            <a:ext cx="2926080" cy="292608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happy to go deeper on any part of this briefing.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822960" cy="8229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Shape 4"/>
          <p:cNvSpPr/>
          <p:nvPr/>
        </p:nvSpPr>
        <p:spPr>
          <a:xfrm>
            <a:off x="779069" y="2948026"/>
            <a:ext cx="362102" cy="2468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 flipV="1">
            <a:off x="779069" y="2948026"/>
            <a:ext cx="362102" cy="131674"/>
          </a:xfrm>
          <a:prstGeom prst="triangle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1508760" y="2697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508760" y="2999232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Operations Team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[security-ops@yourcompany.com]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023360"/>
            <a:ext cx="822960" cy="8229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1" name="Shape 9"/>
          <p:cNvSpPr/>
          <p:nvPr/>
        </p:nvSpPr>
        <p:spPr>
          <a:xfrm rot="10800000">
            <a:off x="795528" y="4253789"/>
            <a:ext cx="329184" cy="345643"/>
          </a:xfrm>
          <a:prstGeom prst="pentagon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779069" y="4319626"/>
            <a:ext cx="362102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6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060" dirty="0"/>
          </a:p>
        </p:txBody>
      </p:sp>
      <p:sp>
        <p:nvSpPr>
          <p:cNvPr id="13" name="Text 11"/>
          <p:cNvSpPr/>
          <p:nvPr/>
        </p:nvSpPr>
        <p:spPr>
          <a:xfrm>
            <a:off x="1508760" y="4069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Report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508760" y="4370832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technical report (Ref: IR-2025-0301-01)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from Security Operations upon request.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2026-07-30T23:29:46Z</dcterms:created>
  <dcterms:modified xsi:type="dcterms:W3CDTF">2026-07-30T23:29:46Z</dcterms:modified>
</cp:coreProperties>
</file>